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dirty="0"/>
              <a:t>Theme 2: Smart Guided Troubleshooting Engine</a:t>
            </a:r>
          </a:p>
          <a:p>
            <a:r>
              <a:rPr dirty="0"/>
              <a:t>Tea</a:t>
            </a:r>
            <a:r>
              <a:rPr lang="en-IN" dirty="0"/>
              <a:t>m: Gladiators</a:t>
            </a:r>
            <a:endParaRPr dirty="0"/>
          </a:p>
          <a:p>
            <a:r>
              <a:rPr dirty="0"/>
              <a:t>College: Vellore Institute of Technology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– 2: Smart Guided Troubleshooting 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Theme 2: Smart Guided Troubleshooting Engine</a:t>
            </a:r>
          </a:p>
          <a:p>
            <a:r>
              <a:t>We built an Agentic LLM pipeline that transforms unstructured technical knowledge (SIIS) into deterministic, schema-compliant JSON structures, mapping hardware faults directly to executable device settings (Deep Links).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dirty="0"/>
              <a:t>EXISTING SOLUTIONS:</a:t>
            </a:r>
          </a:p>
          <a:p>
            <a:r>
              <a:rPr dirty="0"/>
              <a:t>- Rely on static FAQ pages and manual keyword searches.</a:t>
            </a:r>
          </a:p>
          <a:p>
            <a:r>
              <a:rPr dirty="0"/>
              <a:t>- Require users to manually navigate complex device settings.</a:t>
            </a:r>
          </a:p>
          <a:p>
            <a:pPr marL="114300" indent="0">
              <a:buNone/>
            </a:pPr>
            <a:endParaRPr dirty="0"/>
          </a:p>
          <a:p>
            <a:pPr marL="114300" indent="0">
              <a:buNone/>
            </a:pPr>
            <a:r>
              <a:rPr dirty="0"/>
              <a:t>GAPS IDENTIFIED:</a:t>
            </a:r>
          </a:p>
          <a:p>
            <a:r>
              <a:rPr dirty="0"/>
              <a:t>- High friction: Users abandon troubleshooting due to technical complexity.</a:t>
            </a:r>
          </a:p>
          <a:p>
            <a:r>
              <a:rPr dirty="0"/>
              <a:t>- LLM Hallucinations: Standard generative models invent non-existent settings menus or provide unsafe device operations.</a:t>
            </a:r>
          </a:p>
          <a:p>
            <a:r>
              <a:rPr dirty="0"/>
              <a:t>- Lack of determinism: Traditional bots cannot guarantee structured data for app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1. User intent is tokenized and passed to our Local RAG Retriever.</a:t>
            </a:r>
          </a:p>
          <a:p>
            <a:r>
              <a:rPr dirty="0"/>
              <a:t>2. The Retriever scores 500+ Deep Links using a custom overlap algorithm, returning the top 15 candidates.</a:t>
            </a:r>
          </a:p>
          <a:p>
            <a:r>
              <a:rPr dirty="0"/>
              <a:t>3. The Gemini 3.8 Flash LLM processes the SIIS text against the retrieved links.</a:t>
            </a:r>
          </a:p>
          <a:p>
            <a:r>
              <a:rPr dirty="0"/>
              <a:t>4. Output is forced through a Strict </a:t>
            </a:r>
            <a:r>
              <a:rPr dirty="0" err="1"/>
              <a:t>Pydantic</a:t>
            </a:r>
            <a:r>
              <a:rPr dirty="0"/>
              <a:t> Schema, guaranteeing 100% compliant JSON with ZERO hallucinated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- We built a production-ready </a:t>
            </a:r>
            <a:r>
              <a:rPr dirty="0" err="1"/>
              <a:t>Streamlit</a:t>
            </a:r>
            <a:r>
              <a:rPr dirty="0"/>
              <a:t> interface featuring a custom Samsung Galaxy Dark Mode aesthetic.</a:t>
            </a:r>
          </a:p>
          <a:p>
            <a:r>
              <a:rPr dirty="0"/>
              <a:t>- The UI parses the raw JSON into readable Auto/Manual Action Cards.</a:t>
            </a:r>
          </a:p>
          <a:p>
            <a:r>
              <a:rPr dirty="0"/>
              <a:t>- Actionable deep links (e.g., Opening Device Care) are rendered as executable buttons.</a:t>
            </a:r>
          </a:p>
          <a:p>
            <a:r>
              <a:rPr dirty="0"/>
              <a:t>- Real-time Agent Execution Trace is displayed to prove zero-latency backend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- Core LLM: Google Gemini 3.8 Flash (via google-</a:t>
            </a:r>
            <a:r>
              <a:rPr dirty="0" err="1"/>
              <a:t>genai</a:t>
            </a:r>
            <a:r>
              <a:rPr dirty="0"/>
              <a:t> SDK)</a:t>
            </a:r>
          </a:p>
          <a:p>
            <a:r>
              <a:rPr dirty="0"/>
              <a:t>- Structured Outputs: </a:t>
            </a:r>
            <a:r>
              <a:rPr dirty="0" err="1"/>
              <a:t>Pydantic</a:t>
            </a:r>
            <a:r>
              <a:rPr dirty="0"/>
              <a:t> (</a:t>
            </a:r>
            <a:r>
              <a:rPr dirty="0" err="1"/>
              <a:t>ContextDeeplinkResponse</a:t>
            </a:r>
            <a:r>
              <a:rPr dirty="0"/>
              <a:t> schema)</a:t>
            </a:r>
          </a:p>
          <a:p>
            <a:r>
              <a:rPr dirty="0"/>
              <a:t>- Retrieval: Custom Python RAG / BM25 Keyword Matcher</a:t>
            </a:r>
          </a:p>
          <a:p>
            <a:r>
              <a:rPr dirty="0"/>
              <a:t>- Frontend: </a:t>
            </a:r>
            <a:r>
              <a:rPr dirty="0" err="1"/>
              <a:t>Streamlit</a:t>
            </a:r>
            <a:r>
              <a:rPr dirty="0"/>
              <a:t> with custom CSS injection</a:t>
            </a:r>
          </a:p>
          <a:p>
            <a:r>
              <a:rPr dirty="0"/>
              <a:t>- OS/Env: Python 3.12, Windows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IMPACT:</a:t>
            </a:r>
          </a:p>
          <a:p>
            <a:r>
              <a:t>- Drastically reduces customer service call volume by resolving hardware/software faults autonomously on-device.</a:t>
            </a:r>
          </a:p>
          <a:p>
            <a:endParaRPr/>
          </a:p>
          <a:p>
            <a:r>
              <a:t>USE CASE:</a:t>
            </a:r>
          </a:p>
          <a:p>
            <a:r>
              <a:t>- A user experiences screen blanking when opening an app. The engine instantly diagnoses a potential software conflict, generates a Force Restart manual step, and surfaces a one-tap deep link to clear the App Cache in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dirty="0"/>
              <a:t>INNOVATION HIGHLIGHTS:</a:t>
            </a:r>
          </a:p>
          <a:p>
            <a:r>
              <a:rPr dirty="0"/>
              <a:t>- Hybrid RAG approach filters 578 links to 15, reducing token costs by 90% and eliminating hallucinations.</a:t>
            </a:r>
          </a:p>
          <a:p>
            <a:pPr marL="114300" indent="0">
              <a:buNone/>
            </a:pPr>
            <a:endParaRPr dirty="0"/>
          </a:p>
          <a:p>
            <a:pPr marL="114300" indent="0">
              <a:buNone/>
            </a:pPr>
            <a:r>
              <a:rPr dirty="0"/>
              <a:t>RESULTS:</a:t>
            </a:r>
          </a:p>
          <a:p>
            <a:r>
              <a:rPr dirty="0"/>
              <a:t>- 100% adherence to schema.py.</a:t>
            </a:r>
          </a:p>
          <a:p>
            <a:r>
              <a:rPr dirty="0"/>
              <a:t>- Sub-400ms retrieval and parsing latency.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LIMITATIONS:</a:t>
            </a:r>
          </a:p>
          <a:p>
            <a:r>
              <a:rPr dirty="0"/>
              <a:t>- Current prototype relies on cloud APIs (rate-limited).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- Edge AI Integration: Migrate the model to Gemini Nano for completely offline, on-device processing to ensure maximum user privacy.</a:t>
            </a:r>
          </a:p>
          <a:p>
            <a:r>
              <a:rPr dirty="0"/>
              <a:t>- Real-time Diagnostics: Hook the validation deep links directly into the Android OS state to automatically detect if the user successfully completed the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- Dynamic Local RAG Retriever: We built a token-overlap algorithm to dynamically fetch context instead of dumping all links.</a:t>
            </a:r>
          </a:p>
          <a:p>
            <a:r>
              <a:rPr dirty="0"/>
              <a:t>- Agent Execution Trace: Added real-time backend logging visible in the UI.</a:t>
            </a:r>
          </a:p>
          <a:p>
            <a:r>
              <a:rPr dirty="0"/>
              <a:t>- Samsung One UI Aesthetic: We abandoned standard </a:t>
            </a:r>
            <a:r>
              <a:rPr dirty="0" err="1"/>
              <a:t>Streamlit</a:t>
            </a:r>
            <a:r>
              <a:rPr dirty="0"/>
              <a:t> styling for a highly polished, Samsung-native frontend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[X] Public GitHub Repository created.</a:t>
            </a:r>
          </a:p>
          <a:p>
            <a:r>
              <a:rPr dirty="0"/>
              <a:t>[X] requirements.txt included.</a:t>
            </a:r>
          </a:p>
          <a:p>
            <a:r>
              <a:rPr dirty="0"/>
              <a:t>[X] README.md with detailed setup instructions.</a:t>
            </a:r>
          </a:p>
          <a:p>
            <a:r>
              <a:rPr dirty="0"/>
              <a:t>[X] Video Demonstration uploaded and linked.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Suraj Kalyanaraman</cp:lastModifiedBy>
  <cp:revision>1</cp:revision>
  <dcterms:created xsi:type="dcterms:W3CDTF">2026-09-07T12:01:01Z</dcterms:created>
  <dcterms:modified xsi:type="dcterms:W3CDTF">2026-09-30T15:41:19Z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