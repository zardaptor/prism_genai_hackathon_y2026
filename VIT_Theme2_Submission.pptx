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lvl="0" indent="-177800"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– 2 </a:t>
            </a:r>
            <a:r>
              <a:rPr lang="en-IN" sz="1600" dirty="0"/>
              <a:t>Smart Guided Troubleshooting Engine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Gladiators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– Vellore Institute of Technology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Suraj Kalyanaraman suraj.kalyanaraman2024@vitstudent.ac.in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Nandish S, nandish.s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2024@vitstudent.ac.in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Roshan Aaqil Parvez, </a:t>
            </a:r>
            <a:r>
              <a:rPr lang="en-IN" dirty="0"/>
              <a:t>roshan.aaqilparvezb2024@vitstudent.ac.in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Theme 2: Smart Guided Troubleshooting Engine</a:t>
            </a:r>
          </a:p>
          <a:p>
            <a:r>
              <a:rPr dirty="0"/>
              <a:t>Team: </a:t>
            </a:r>
            <a:r>
              <a:rPr lang="en-IN" dirty="0"/>
              <a:t>Gladiators</a:t>
            </a:r>
            <a:endParaRPr dirty="0"/>
          </a:p>
          <a:p>
            <a:r>
              <a:rPr dirty="0"/>
              <a:t>College: Vellore Institute of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Current support systems rely on static FAQs or manual search.</a:t>
            </a:r>
          </a:p>
          <a:p>
            <a:r>
              <a:t>- Gaps: Customers get lost in long KB articles.</a:t>
            </a:r>
          </a:p>
          <a:p>
            <a:r>
              <a:t>- Lack of actionable links directly to settings.</a:t>
            </a:r>
          </a:p>
          <a:p>
            <a:r>
              <a:t>- Hallucinations in standard LLMs when giving technical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Our Solution: An Agentic Pipeline with Local RAG.</a:t>
            </a:r>
          </a:p>
          <a:p>
            <a:r>
              <a:t>1. User inputs complaint.</a:t>
            </a:r>
          </a:p>
          <a:p>
            <a:r>
              <a:t>2. Local RAG extracts top 15 Deep Links.</a:t>
            </a:r>
          </a:p>
          <a:p>
            <a:r>
              <a:t>3. Gemini 3.8 Flash extracts steps from SIIS text.</a:t>
            </a:r>
          </a:p>
          <a:p>
            <a:r>
              <a:t>4. Strict Pydantic Schema ensures 100% valid JSON payload.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Please refer to the attached demo video for the full walkthrough.</a:t>
            </a:r>
          </a:p>
          <a:p>
            <a:r>
              <a:t>- UI built with Streamlit using Samsung One UI dark mode.</a:t>
            </a:r>
          </a:p>
          <a:p>
            <a:r>
              <a:t>- Instantly routes complaints to actionable and validation deep links.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- Frontend: Streamlit (Python)</a:t>
            </a:r>
          </a:p>
          <a:p>
            <a:r>
              <a:t>- Model: Google Gemini 3.8 Flash via google-genai SDK</a:t>
            </a:r>
          </a:p>
          <a:p>
            <a:r>
              <a:t>- Validation: Pydantic Structured Outputs</a:t>
            </a:r>
          </a:p>
          <a:p>
            <a:r>
              <a:t>- RAG: Custom Keyword Overlap Algorithm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Impact: Reduces customer service call volume by resolving hardware/software faults autonomously.</a:t>
            </a:r>
          </a:p>
          <a:p>
            <a:r>
              <a:t>Use Case: A user with a blanking tablet screen is automatically routed to Device Care and given the exact deep link to optimize their phone.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- Results: 100% compliance with schema.py without retries.</a:t>
            </a:r>
          </a:p>
          <a:p>
            <a:r>
              <a:t>- Innovation: Hybrid RAG approach to filter 500+ links.</a:t>
            </a:r>
          </a:p>
          <a:p>
            <a:r>
              <a:t>- Limitations: Rate limits on free tier APIs.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- Integration directly into the Samsung Members app.</a:t>
            </a:r>
          </a:p>
          <a:p>
            <a:r>
              <a:t>- On-device processing using Gemini Nano to protect user privacy.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- Local RAG Retriever: Reduces token cost and latency while eliminating LLM hallucination.</a:t>
            </a:r>
          </a:p>
          <a:p>
            <a:r>
              <a:t>- Agent Execution Trace: Real-time backend logging visible in the UI.</a:t>
            </a:r>
          </a:p>
          <a:p>
            <a:r>
              <a:t>- Samsung One UI Aesthetic: Custom CSS frontend.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Code is pushed to a public GitHub repository.</a:t>
            </a:r>
          </a:p>
          <a:p>
            <a:r>
              <a:t>Includes README.md, requirements.txt, and the video link.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547</Words>
  <Application>Microsoft Office PowerPoint</Application>
  <PresentationFormat>Widescreen</PresentationFormat>
  <Paragraphs>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Suraj Kalyanaraman</cp:lastModifiedBy>
  <cp:revision>1</cp:revision>
  <dcterms:created xsi:type="dcterms:W3CDTF">2026-09-07T12:01:01Z</dcterms:created>
  <dcterms:modified xsi:type="dcterms:W3CDTF">2026-09-30T15:38:58Z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